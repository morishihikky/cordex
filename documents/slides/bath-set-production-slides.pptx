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booth.pm/ja/items/6106863" TargetMode="External"/><Relationship Id="rId4" Type="http://schemas.openxmlformats.org/officeDocument/2006/relationships/image" Target="../media/image5.jpg"/><Relationship Id="rId5" Type="http://schemas.openxmlformats.org/officeDocument/2006/relationships/hyperlink" Target="https://booth.pm/ja/items/5058077" TargetMode="External"/><Relationship Id="rId6" Type="http://schemas.openxmlformats.org/officeDocument/2006/relationships/image" Target="../media/image6.jpg"/><Relationship Id="rId7" Type="http://schemas.openxmlformats.org/officeDocument/2006/relationships/hyperlink" Target="https://booth.pm/ja/items/4667400" TargetMode="External"/><Relationship Id="rId8" Type="http://schemas.openxmlformats.org/officeDocument/2006/relationships/image" Target="../media/image7.jpg"/><Relationship Id="rId9" Type="http://schemas.openxmlformats.org/officeDocument/2006/relationships/hyperlink" Target="https://booth.pm/ja/items/3681787" TargetMode="External"/><Relationship Id="rId10" Type="http://schemas.openxmlformats.org/officeDocument/2006/relationships/image" Target="../media/image8.jpg"/><Relationship Id="rId11" Type="http://schemas.openxmlformats.org/officeDocument/2006/relationships/hyperlink" Target="https://booth.pm/ja/items/4169438" TargetMode="External"/><Relationship Id="rId12" Type="http://schemas.openxmlformats.org/officeDocument/2006/relationships/image" Target="../media/image9.jpg"/><Relationship Id="rId13" Type="http://schemas.openxmlformats.org/officeDocument/2006/relationships/hyperlink" Target="https://booth.pm/ja/items/5129599" TargetMode="External"/><Relationship Id="rId14" Type="http://schemas.openxmlformats.org/officeDocument/2006/relationships/image" Target="../media/image10.jpg"/><Relationship Id="rId15" Type="http://schemas.openxmlformats.org/officeDocument/2006/relationships/hyperlink" Target="https://booth.pm/ja/items/526036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380390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制作するものは、</a:t>
            </a:r>
          </a:p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頭部小物3点と着用バスタオル。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505663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509778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056632"/>
            <a:ext cx="201168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0008" y="5097780"/>
            <a:ext cx="184708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女性4種・男性3種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555955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560070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01968" y="1627632"/>
            <a:ext cx="2263140" cy="2263140"/>
          </a:xfrm>
          <a:prstGeom prst="rect">
            <a:avLst/>
          </a:prstGeom>
        </p:spPr>
      </p:pic>
      <p:pic>
        <p:nvPicPr>
          <p:cNvPr id="18" name="Picture 17" descr="foam-on-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108" y="1627632"/>
            <a:ext cx="2263140" cy="2263140"/>
          </a:xfrm>
          <a:prstGeom prst="rect">
            <a:avLst/>
          </a:prstGeom>
        </p:spPr>
      </p:pic>
      <p:pic>
        <p:nvPicPr>
          <p:cNvPr id="19" name="Picture 18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601968" y="3890772"/>
            <a:ext cx="2263140" cy="2263140"/>
          </a:xfrm>
          <a:prstGeom prst="rect">
            <a:avLst/>
          </a:prstGeom>
        </p:spPr>
      </p:pic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8865108" y="3890772"/>
            <a:ext cx="2263140" cy="22631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制作するもの｜4アイテム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白を基調に、お風呂らしい清潔感とかわいらしさを揃えます。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頭の上に載せる小物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am-on-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頭の上にちょこんと載る泡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左右の目に載せる小物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身体に巻く着用品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25896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バスタブは別途制作するため、今回の依頼には含みません。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60533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頭部小物｜薄いタオルと、もこもこの泡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タオルは薄く、泡は頭の上にちょこんと載る小ぶりな形にします。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68096" y="2093976"/>
            <a:ext cx="2697480" cy="2697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薄い白いタオルの上に、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黄色いアヒルが乗ったデザイン。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am-on-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093976"/>
            <a:ext cx="2697480" cy="2697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3096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頭の上にちょこんと載る、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小ぶりのもこもこ泡。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小さなシャボン玉を添える。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輪切りのキュウリを、左右の目に1枚ずつ載せる小物です。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制作する形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3182112"/>
            <a:ext cx="5577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緑の皮と淡い果肉が分かる、</a:t>
            </a:r>
          </a:p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厚みのある輪切りキュウリ2枚。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0096" y="4974336"/>
            <a:ext cx="5669280" cy="7498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51755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4685E"/>
                </a:solidFill>
                <a:latin typeface="Noto Sans CJK JP"/>
              </a:defRPr>
            </a:pPr>
            <a:r>
              <a:t>表情追従は付けません。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バスタオル｜身体に巻く着用品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胸元を覆うタイプと、腰に巻くタイプの2種類を基本案とします。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167128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3500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871216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胸元から身体を覆う、白い巻きタオル。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913632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09651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腰から下を覆う、白い巻きタオル。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82472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女性4種・男性3種で着用できるように制作します。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AVATARS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バスタオルの対応アバター｜女性4種・男性3種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以下の7種で着用できるバスタオルを制作します。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82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女性 4種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050791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男性 3種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nano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5" y="2075688"/>
            <a:ext cx="1463040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nuka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936" y="2075688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4845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oe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075688"/>
            <a:ext cx="146304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8309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kikyo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9216" y="2075688"/>
            <a:ext cx="1463040" cy="1463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773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桔梗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lau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4453127"/>
            <a:ext cx="1463040" cy="1463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3113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173E3C"/>
                </a:solidFill>
                <a:latin typeface="Noto Sans CJK JP"/>
              </a:defRPr>
            </a:pPr>
            <a:r>
              <a:t>ドラゴニュート・ヴラウ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032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amessa.jp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4453127"/>
            <a:ext cx="1463040" cy="146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6577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バメッサ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omano.jp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4453127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0041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狛乃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6291072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700" b="0">
                <a:solidFill>
                  <a:srgbClr val="61716B"/>
                </a:solidFill>
                <a:latin typeface="Noto Sans CJK JP"/>
              </a:defRPr>
            </a:pPr>
            <a:r>
              <a:t>画像出典：各モデルのBOOTH販売ページ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納品物｜2点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制作した4アイテムについて、以下を納品してください。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完成モデルデータ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FBX等のモデルデータ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テクスチャ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Unity用データ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FBX・テクスチャ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Prefab・マテリアル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71616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Unity用データには、FBX・テクスチャも同梱してください。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イメージを確認してから制作し、完成後に納品いただきます。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pic>
        <p:nvPicPr>
          <p:cNvPr id="9" name="Picture 8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40080" y="1920240"/>
            <a:ext cx="2034540" cy="2034540"/>
          </a:xfrm>
          <a:prstGeom prst="rect">
            <a:avLst/>
          </a:prstGeom>
        </p:spPr>
      </p:pic>
      <p:pic>
        <p:nvPicPr>
          <p:cNvPr id="10" name="Picture 9" descr="foam-on-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4620" y="1920240"/>
            <a:ext cx="2034540" cy="2034540"/>
          </a:xfrm>
          <a:prstGeom prst="rect">
            <a:avLst/>
          </a:prstGeom>
        </p:spPr>
      </p:pic>
      <p:pic>
        <p:nvPicPr>
          <p:cNvPr id="11" name="Picture 10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40080" y="3954780"/>
            <a:ext cx="2034540" cy="2034540"/>
          </a:xfrm>
          <a:prstGeom prst="rect">
            <a:avLst/>
          </a:prstGeom>
        </p:spPr>
      </p:pic>
      <p:pic>
        <p:nvPicPr>
          <p:cNvPr id="12" name="Picture 11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2674620" y="3954780"/>
            <a:ext cx="2034540" cy="2034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89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48656" y="2011680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194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イメージ確認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作るものの見た目を確認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8656" y="3319272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35021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4655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モデル制作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9502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4アイテムと対応版を制作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4626864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480974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完成確認・納品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完成したモデルを確認して受領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